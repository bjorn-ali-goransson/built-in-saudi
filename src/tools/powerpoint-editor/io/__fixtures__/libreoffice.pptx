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5" r:id="rId5"/>
    <p:sldMasterId id="2147483657" r:id="rId6"/>
    <p:sldMasterId id="2147483659" r:id="rId7"/>
    <p:sldMasterId id="2147483661" r:id="rId8"/>
    <p:sldMasterId id="2147483663" r:id="rId9"/>
    <p:sldMasterId id="2147483665" r:id="rId10"/>
    <p:sldMasterId id="2147483667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1" sz="2160" spc="-1" strike="noStrike">
                <a:solidFill>
                  <a:srgbClr val="000000"/>
                </a:solidFill>
                <a:latin typeface="Calibri"/>
              </a:defRPr>
            </a:pPr>
            <a:r>
              <a:rPr b="1" sz="2160" spc="-1" strike="noStrike">
                <a:solidFill>
                  <a:srgbClr val="000000"/>
                </a:solidFill>
                <a:latin typeface="Calibri"/>
              </a:rPr>
              <a:t>S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4f81bd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gapWidth val="150"/>
        <c:overlap val="0"/>
        <c:axId val="35262496"/>
        <c:axId val="8341839"/>
      </c:barChart>
      <c:catAx>
        <c:axId val="35262496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pc="-1" strike="noStrike">
                <a:solidFill>
                  <a:srgbClr val="000000"/>
                </a:solidFill>
                <a:latin typeface="Calibri"/>
              </a:defRPr>
            </a:pPr>
          </a:p>
        </c:txPr>
        <c:crossAx val="8341839"/>
        <c:crosses val="autoZero"/>
        <c:auto val="1"/>
        <c:lblAlgn val="ctr"/>
        <c:lblOffset val="100"/>
        <c:noMultiLvlLbl val="0"/>
      </c:catAx>
      <c:valAx>
        <c:axId val="8341839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pc="-1" strike="noStrike">
                <a:solidFill>
                  <a:srgbClr val="000000"/>
                </a:solidFill>
                <a:latin typeface="Calibri"/>
              </a:defRPr>
            </a:pPr>
          </a:p>
        </c:txPr>
        <c:crossAx val="35262496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58C43D7-A45B-4C4C-8559-1B5CAE42E93B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Welcome everyone.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46E5EEB-F5AC-47C3-8DF9-709FD439FA84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9F92FC-549C-4878-AC2D-8E3F6606150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BC7A09-1C8E-4577-8147-B72783C049C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8A22623-683A-4517-832B-F1F4E4CC152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C20FEAB-A195-48C3-B733-5A0756A79E3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EC7DCD5-D140-4B59-BE41-387922791DB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45CF0B94-4BF1-4A60-94D7-B7C7A664C10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DDE933F0-9198-4770-A31D-DD6A2489DDE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91C2F004-C3F4-425D-8AF5-5A5ADFDEA7A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74AA1FA3-CFC9-43B4-AA6A-9D719D93DFF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57F4ABC3-3207-4471-B3C5-0D65CBFBF95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5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6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7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8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9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0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0468BEF-7DE8-4E9B-B141-6E8D4C32EAA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AE16AD5-E6BC-4496-94D6-04C12508758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289C8E5-9B27-4AB4-B9D7-7CAC2076138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3B925FF-8D70-431C-BC0D-038E5728DAA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6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A1646D6-572E-4FBE-99E6-69224733316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8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7BDE684-A1AE-403E-ACD4-A52C2B2E7EA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0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3B8C9D1-BB6F-4DFC-B8E0-10E19CBAA46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40753C5-201C-4ABE-9D37-2CAE7C19D5D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4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C6F6BD6-1F85-4F16-A7DB-D178A7A2232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6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722226F-1B1C-4445-92EB-EA894E6C3BE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B528CE1-1FC6-4FA1-A67A-B094A39D984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s://example.com/" TargetMode="External"/><Relationship Id="rId2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chart" Target="../charts/chart1.xml"/><Relationship Id="rId3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Product launch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Riyadh, 2026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Agenda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Where we are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The numbers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c00000"/>
              </a:buClr>
              <a:buFont typeface="Arial"/>
              <a:buChar char="•"/>
            </a:pPr>
            <a:r>
              <a:rPr b="1" lang="en-US" sz="3200" spc="-1" strike="noStrike">
                <a:solidFill>
                  <a:schemeClr val="dk1"/>
                </a:solidFill>
                <a:latin typeface="Calibri"/>
              </a:rPr>
              <a:t>Next steps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 u="sng">
                <a:solidFill>
                  <a:schemeClr val="dk1"/>
                </a:solidFill>
                <a:uFillTx/>
                <a:latin typeface="Calibri"/>
                <a:hlinkClick r:id="rId1"/>
              </a:rPr>
              <a:t>Our site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Shapes and a table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" name="Rounded Rectangle 2"/>
          <p:cNvSpPr/>
          <p:nvPr/>
        </p:nvSpPr>
        <p:spPr>
          <a:xfrm rot="900000">
            <a:off x="457200" y="1645920"/>
            <a:ext cx="2742840" cy="1371240"/>
          </a:xfrm>
          <a:prstGeom prst="roundRect">
            <a:avLst>
              <a:gd name="adj" fmla="val 16667"/>
            </a:avLst>
          </a:prstGeom>
          <a:solidFill>
            <a:srgbClr val="0b6e4f"/>
          </a:solidFill>
          <a:ln w="25560">
            <a:solidFill>
              <a:srgbClr val="00000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</a:rPr>
              <a:t>Rounded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Right Arrow 3"/>
          <p:cNvSpPr/>
          <p:nvPr/>
        </p:nvSpPr>
        <p:spPr>
          <a:xfrm>
            <a:off x="3657600" y="1828800"/>
            <a:ext cx="1828440" cy="91404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 w="9360">
            <a:solidFill>
              <a:srgbClr val="4a7eb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" name="TextBox 4"/>
          <p:cNvSpPr/>
          <p:nvPr/>
        </p:nvSpPr>
        <p:spPr>
          <a:xfrm>
            <a:off x="1831680" y="3657600"/>
            <a:ext cx="1822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hi-IN" sz="1800" spc="-1" strike="noStrike">
                <a:solidFill>
                  <a:schemeClr val="dk1"/>
                </a:solidFill>
                <a:latin typeface="Calibri"/>
              </a:rPr>
              <a:t>مرحبا بكم في الرياض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9" name="Group 5"/>
          <p:cNvGrpSpPr/>
          <p:nvPr/>
        </p:nvGrpSpPr>
        <p:grpSpPr>
          <a:xfrm>
            <a:off x="6400800" y="5029200"/>
            <a:ext cx="2285640" cy="914040"/>
            <a:chOff x="6400800" y="5029200"/>
            <a:chExt cx="2285640" cy="914040"/>
          </a:xfrm>
        </p:grpSpPr>
        <p:sp>
          <p:nvSpPr>
            <p:cNvPr id="90" name="Oval 6"/>
            <p:cNvSpPr/>
            <p:nvPr/>
          </p:nvSpPr>
          <p:spPr>
            <a:xfrm>
              <a:off x="6400800" y="5029200"/>
              <a:ext cx="914040" cy="914040"/>
            </a:xfrm>
            <a:prstGeom prst="ellipse">
              <a:avLst/>
            </a:prstGeom>
            <a:gradFill rotWithShape="0">
              <a:gsLst>
                <a:gs pos="0">
                  <a:srgbClr val="3e7fcc"/>
                </a:gs>
                <a:gs pos="100000">
                  <a:srgbClr val="a4c1ff"/>
                </a:gs>
              </a:gsLst>
              <a:lin ang="16200000"/>
            </a:gradFill>
            <a:ln w="9360">
              <a:solidFill>
                <a:srgbClr val="4a7ebb"/>
              </a:solidFill>
              <a:round/>
            </a:ln>
            <a:effectLst>
              <a:outerShdw dist="23040" dir="5400000" blurRad="399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91" name="Oval 7"/>
            <p:cNvSpPr/>
            <p:nvPr/>
          </p:nvSpPr>
          <p:spPr>
            <a:xfrm>
              <a:off x="7772400" y="5029200"/>
              <a:ext cx="914040" cy="914040"/>
            </a:xfrm>
            <a:prstGeom prst="ellipse">
              <a:avLst/>
            </a:prstGeom>
            <a:gradFill rotWithShape="0">
              <a:gsLst>
                <a:gs pos="0">
                  <a:srgbClr val="3e7fcc"/>
                </a:gs>
                <a:gs pos="100000">
                  <a:srgbClr val="a4c1ff"/>
                </a:gs>
              </a:gsLst>
              <a:lin ang="16200000"/>
            </a:gradFill>
            <a:ln w="9360">
              <a:solidFill>
                <a:srgbClr val="4a7ebb"/>
              </a:solidFill>
              <a:round/>
            </a:ln>
            <a:effectLst>
              <a:outerShdw dist="23040" dir="5400000" blurRad="399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</p:grpSp>
      <p:graphicFrame>
        <p:nvGraphicFramePr>
          <p:cNvPr id="92" name="Table 8"/>
          <p:cNvGraphicFramePr/>
          <p:nvPr/>
        </p:nvGraphicFramePr>
        <p:xfrm>
          <a:off x="6400800" y="1645920"/>
          <a:ext cx="4571280" cy="1371240"/>
        </p:xfrm>
        <a:graphic>
          <a:graphicData uri="http://schemas.openxmlformats.org/drawingml/2006/table">
            <a:tbl>
              <a:tblPr/>
              <a:tblGrid>
                <a:gridCol w="1523880"/>
                <a:gridCol w="1523880"/>
                <a:gridCol w="1523880"/>
              </a:tblGrid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Region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Q1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Q2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Riyadh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120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135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57200">
                <a:tc gridSpan="2"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Merged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Picture 1" descr="image.png"/>
          <p:cNvPicPr/>
          <p:nvPr/>
        </p:nvPicPr>
        <p:blipFill>
          <a:blip r:embed="rId1"/>
          <a:stretch/>
        </p:blipFill>
        <p:spPr>
          <a:xfrm>
            <a:off x="914400" y="914400"/>
            <a:ext cx="3657240" cy="274284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94" name="Chart 2"/>
          <p:cNvGraphicFramePr/>
          <p:nvPr/>
        </p:nvGraphicFramePr>
        <p:xfrm>
          <a:off x="5486400" y="914400"/>
          <a:ext cx="457164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Hidden slide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>Product launch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