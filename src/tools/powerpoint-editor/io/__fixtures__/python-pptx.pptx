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Riyadh,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are</a:t>
            </a:r>
          </a:p>
          <a:p>
            <a:pPr lvl="1"/>
            <a:r>
              <a:t>The numbers</a:t>
            </a:r>
          </a:p>
          <a:p>
            <a:r>
              <a:rPr b="1">
                <a:solidFill>
                  <a:srgbClr val="C00000"/>
                </a:solidFill>
              </a:rPr>
              <a:t>Next steps</a:t>
            </a:r>
          </a:p>
          <a:p>
            <a:r>
              <a:rPr>
                <a:hlinkClick r:id="rId2"/>
              </a:rPr>
              <a:t>Our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a table</a:t>
            </a:r>
          </a:p>
        </p:txBody>
      </p:sp>
      <p:sp>
        <p:nvSpPr>
          <p:cNvPr id="3" name="Rounded Rectangle 2"/>
          <p:cNvSpPr/>
          <p:nvPr/>
        </p:nvSpPr>
        <p:spPr>
          <a:xfrm rot="900000">
            <a:off x="457200" y="1645920"/>
            <a:ext cx="2743200" cy="1371600"/>
          </a:xfrm>
          <a:prstGeom prst="roundRect">
            <a:avLst/>
          </a:prstGeom>
          <a:solidFill>
            <a:srgbClr val="0B6E4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57600" y="18288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مرحبا بكم في الرياض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400800" y="5029200"/>
            <a:ext cx="2286000" cy="914400"/>
            <a:chOff x="6400800" y="5029200"/>
            <a:chExt cx="2286000" cy="914400"/>
          </a:xfrm>
        </p:grpSpPr>
        <p:sp>
          <p:nvSpPr>
            <p:cNvPr id="7" name="Oval 6"/>
            <p:cNvSpPr/>
            <p:nvPr/>
          </p:nvSpPr>
          <p:spPr>
            <a:xfrm>
              <a:off x="6400800" y="50292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7772400" y="50292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Riyadh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Merged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0" y="91440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